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027F-A454-279C-D9EF-10EC3999B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8BABB-1DB1-447C-E583-CD7C080A8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E30C5-72E5-39DB-693E-445138023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D9F3C-5F8F-1455-03FF-1968CEEC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7D297-162E-D34F-BC7F-36EE251D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2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34E7-F412-2D2C-9CF4-8222398E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E59F-CCB2-5FD2-103E-D73238426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B1E6B-621D-B03C-635B-58774F50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DC0F8-A62C-5520-0DC7-E092B6D7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27C17-0345-188D-8294-DACAF963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4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47AF-0970-CE36-FEE5-D8FA98A9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B6801-0438-B379-E986-49AC5AFA9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50252-AF61-E003-217D-69139556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7E427-60EC-E6A1-390B-0316F713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D68DF-D9F5-F8D2-CD52-6B7F7200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9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5E70-AE7B-FF87-FF5F-F58C57E5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D8BAD-469D-F547-1DD8-63D300F3D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D9C48-CFD0-BE5E-07B4-8F0B12415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2D367-66F5-CF20-E7A5-FD56D19B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717F6-3726-F65B-95FF-749A0AB1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43FF5-8B12-07CB-30B1-162C4AE5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4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780F-9B8E-1B5F-9587-18E06A4E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20CFC-EFD6-2E47-0301-97C42B04C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8C416-E59C-D45C-B936-C62A10F44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56B75-5DF0-7922-16DE-5B11F53AA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D36D4-C73D-2877-26BF-F19B089AC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476B4-8BE8-FE3B-0DEE-81E75BE6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9CD3BD-0205-2E51-FED2-D0A705EE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D85C41-8BFC-E54B-B731-03872D88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4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BD53-861E-12C4-2BE8-1616BD50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079C4-227C-73E7-BDCB-25DD74EF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63A17F-ACA0-1370-BE9B-6BF3C012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20A12-17E4-4509-AE57-8558AD50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9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A117A-A745-DD6F-D033-DC7F82AB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01B16-5425-F6B5-0B5E-29B32A82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7E195-23D6-BA55-8F6A-C8535247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80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22BC-626F-2FEB-4D77-2314F8E2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1D698-D2B8-6B96-D06F-E5EA7A026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D1905-D585-E342-C9A4-86353770B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EF4EC-320E-6924-5B3E-53F2341F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BDF9B-D85F-FAF9-B0FE-32E23BFA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6172B-8CE6-5222-5695-50B0C9AF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BFE1-B365-1488-C3F7-8B34477E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63BF6-4B79-E1D7-A5AC-BD9C5E226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60EB4-72F6-DEF7-6013-2747E9F26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5BA89-D31C-98E9-3686-BE2E40DA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4ADA5-EFF3-516E-5DEF-460D6475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2F9D4-10B5-BC44-6311-7AAC4D57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8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DEFC4-8D96-71EC-86B3-2FBE8BE7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A92C4-15F4-B035-6925-3F7208C60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B4933-2ACE-95D1-6FCE-ECEC4404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81991-D94C-1486-5B16-F4A45D3F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16C7E-98F7-A10F-83FE-F7200289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7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83B36B-7146-3E98-9941-DF3C7E0E6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F353A-BCB7-FB3E-ABC2-4E54B2151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EA4A3-827A-2103-FD9F-DF970BAF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76409-F27F-E40E-CF60-1F7EBEB1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DA541-5D07-DD1D-E382-0D9A3AB5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84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83962-6CCB-DB82-0988-82CFCD1C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E60DB-7AEF-BBC6-B52A-AFF5D7CC4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951F-1979-29F1-3D31-F61108AAF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24941-E905-48F5-968B-AA3C014CEE2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85FF6-6C82-F15C-8202-2E9C8481D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6FCC7-7264-76B4-93FD-5C06EF8C4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D580B-96E4-452A-BFE8-3D9F7A0B1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72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535168-1F21-ABE3-3509-74DEA1B0D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480601"/>
            <a:ext cx="7687748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2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Tuffour-Kwarteng NA, Nana</dc:creator>
  <cp:lastModifiedBy>Tuffour-Kwarteng NA, Nana</cp:lastModifiedBy>
  <cp:revision>1</cp:revision>
  <dcterms:created xsi:type="dcterms:W3CDTF">2025-05-01T20:26:29Z</dcterms:created>
  <dcterms:modified xsi:type="dcterms:W3CDTF">2025-05-01T20:27:09Z</dcterms:modified>
</cp:coreProperties>
</file>